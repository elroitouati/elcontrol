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fontshe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411480"/>
            <a:ext cx="10911535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F4F0E8"/>
                </a:solidFill>
                <a:latin typeface="Assistant Light"/>
                <a:cs typeface="Assistant Light"/>
              </a:rPr>
              <a:t>איזה גופן?</a:t>
            </a:r>
            <a:endParaRPr lang="he-IL" sz="3000"/>
          </a:p>
        </p:txBody>
      </p:sp>
      <p:sp>
        <p:nvSpPr>
          <p:cNvPr id="4" name="TextBox 3"/>
          <p:cNvSpPr txBox="1"/>
          <p:nvPr/>
        </p:nvSpPr>
        <p:spPr>
          <a:xfrm>
            <a:off x="9494215" y="12344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DDB46A"/>
                </a:solidFill>
                <a:latin typeface="Assistant ExtraLight"/>
                <a:cs typeface="Assistant ExtraLight"/>
              </a:rPr>
              <a:t>1</a:t>
            </a:r>
            <a:endParaRPr lang="he-IL" sz="3000"/>
          </a:p>
        </p:txBody>
      </p:sp>
      <p:sp>
        <p:nvSpPr>
          <p:cNvPr id="5" name="TextBox 4"/>
          <p:cNvSpPr txBox="1"/>
          <p:nvPr/>
        </p:nvSpPr>
        <p:spPr>
          <a:xfrm>
            <a:off x="9494215" y="1783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500" b="0">
                <a:solidFill>
                  <a:srgbClr val="B6BDCC"/>
                </a:solidFill>
                <a:latin typeface="Assistant SemiBold"/>
                <a:cs typeface="Assistant SemiBold"/>
              </a:rPr>
              <a:t>עדין ומודרני</a:t>
            </a:r>
            <a:endParaRPr lang="he-IL" sz="1500"/>
          </a:p>
        </p:txBody>
      </p:sp>
      <p:sp>
        <p:nvSpPr>
          <p:cNvPr id="6" name="TextBox 5"/>
          <p:cNvSpPr txBox="1"/>
          <p:nvPr/>
        </p:nvSpPr>
        <p:spPr>
          <a:xfrm>
            <a:off x="9494215" y="224028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5400" b="0">
                <a:solidFill>
                  <a:srgbClr val="F4F0E8"/>
                </a:solidFill>
                <a:latin typeface="IBM Plex Sans Hebrew ExtraLight"/>
                <a:cs typeface="IBM Plex Sans Hebrew ExtraLight"/>
              </a:rPr>
              <a:t>סופרמן</a:t>
            </a:r>
            <a:endParaRPr lang="he-IL" sz="5400"/>
          </a:p>
        </p:txBody>
      </p:sp>
      <p:sp>
        <p:nvSpPr>
          <p:cNvPr id="7" name="TextBox 6"/>
          <p:cNvSpPr txBox="1"/>
          <p:nvPr/>
        </p:nvSpPr>
        <p:spPr>
          <a:xfrm>
            <a:off x="9494215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DDB46A"/>
                </a:solidFill>
                <a:latin typeface="IBM Plex Sans Hebrew ExtraLight"/>
                <a:cs typeface="IBM Plex Sans Hebrew ExtraLight"/>
              </a:rPr>
              <a:t>עידן עמדי</a:t>
            </a:r>
            <a:endParaRPr lang="he-IL" sz="2200"/>
          </a:p>
        </p:txBody>
      </p:sp>
      <p:sp>
        <p:nvSpPr>
          <p:cNvPr id="8" name="TextBox 7"/>
          <p:cNvSpPr txBox="1"/>
          <p:nvPr/>
        </p:nvSpPr>
        <p:spPr>
          <a:xfrm>
            <a:off x="9494215" y="3977639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IBM Plex Sans Hebrew Light"/>
                <a:cs typeface="IBM Plex Sans Hebrew Light"/>
              </a:rPr>
              <a:t>שרק מי שצעד באפלה ובחושך</a:t>
            </a:r>
            <a:endParaRPr lang="he-IL" sz="1700"/>
          </a:p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IBM Plex Sans Hebrew Light"/>
                <a:cs typeface="IBM Plex Sans Hebrew Light"/>
              </a:rPr>
              <a:t>יודע באמת מהו אור</a:t>
            </a:r>
            <a:endParaRPr lang="he-IL" sz="1700"/>
          </a:p>
        </p:txBody>
      </p:sp>
      <p:sp>
        <p:nvSpPr>
          <p:cNvPr id="9" name="TextBox 8"/>
          <p:cNvSpPr txBox="1"/>
          <p:nvPr/>
        </p:nvSpPr>
        <p:spPr>
          <a:xfrm>
            <a:off x="9494215" y="6035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B6BDCC"/>
                </a:solidFill>
                <a:latin typeface="Assistant Light"/>
                <a:cs typeface="Assistant Light"/>
              </a:rPr>
              <a:t>IBM Plex Hebrew</a:t>
            </a:r>
            <a:endParaRPr lang="he-IL" sz="1000"/>
          </a:p>
        </p:txBody>
      </p:sp>
      <p:sp>
        <p:nvSpPr>
          <p:cNvPr id="10" name="TextBox 9"/>
          <p:cNvSpPr txBox="1"/>
          <p:nvPr/>
        </p:nvSpPr>
        <p:spPr>
          <a:xfrm>
            <a:off x="7235647" y="12344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DDB46A"/>
                </a:solidFill>
                <a:latin typeface="Assistant ExtraLight"/>
                <a:cs typeface="Assistant ExtraLight"/>
              </a:rPr>
              <a:t>2</a:t>
            </a:r>
            <a:endParaRPr lang="he-IL" sz="3000"/>
          </a:p>
        </p:txBody>
      </p:sp>
      <p:sp>
        <p:nvSpPr>
          <p:cNvPr id="11" name="TextBox 10"/>
          <p:cNvSpPr txBox="1"/>
          <p:nvPr/>
        </p:nvSpPr>
        <p:spPr>
          <a:xfrm>
            <a:off x="7235647" y="1783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500" b="0">
                <a:solidFill>
                  <a:srgbClr val="B6BDCC"/>
                </a:solidFill>
                <a:latin typeface="Assistant SemiBold"/>
                <a:cs typeface="Assistant SemiBold"/>
              </a:rPr>
              <a:t>ספרותי</a:t>
            </a:r>
            <a:endParaRPr lang="he-IL" sz="1500"/>
          </a:p>
        </p:txBody>
      </p:sp>
      <p:sp>
        <p:nvSpPr>
          <p:cNvPr id="12" name="TextBox 11"/>
          <p:cNvSpPr txBox="1"/>
          <p:nvPr/>
        </p:nvSpPr>
        <p:spPr>
          <a:xfrm>
            <a:off x="7235647" y="224028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5400" b="0">
                <a:solidFill>
                  <a:srgbClr val="F4F0E8"/>
                </a:solidFill>
                <a:latin typeface="Frank Ruhl Libre Light"/>
                <a:cs typeface="Frank Ruhl Libre Light"/>
              </a:rPr>
              <a:t>סופרמן</a:t>
            </a:r>
            <a:endParaRPr lang="he-IL" sz="5400"/>
          </a:p>
        </p:txBody>
      </p:sp>
      <p:sp>
        <p:nvSpPr>
          <p:cNvPr id="13" name="TextBox 12"/>
          <p:cNvSpPr txBox="1"/>
          <p:nvPr/>
        </p:nvSpPr>
        <p:spPr>
          <a:xfrm>
            <a:off x="7235647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DDB46A"/>
                </a:solidFill>
                <a:latin typeface="Frank Ruhl Libre Light"/>
                <a:cs typeface="Frank Ruhl Libre Light"/>
              </a:rPr>
              <a:t>עידן עמדי</a:t>
            </a:r>
            <a:endParaRPr lang="he-IL" sz="2200"/>
          </a:p>
        </p:txBody>
      </p:sp>
      <p:sp>
        <p:nvSpPr>
          <p:cNvPr id="14" name="TextBox 13"/>
          <p:cNvSpPr txBox="1"/>
          <p:nvPr/>
        </p:nvSpPr>
        <p:spPr>
          <a:xfrm>
            <a:off x="7235647" y="3977639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שרק מי שצעד באפלה ובחושך</a:t>
            </a:r>
            <a:endParaRPr lang="he-IL" sz="1700"/>
          </a:p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יודע באמת מהו אור</a:t>
            </a:r>
            <a:endParaRPr lang="he-IL" sz="1700"/>
          </a:p>
        </p:txBody>
      </p:sp>
      <p:sp>
        <p:nvSpPr>
          <p:cNvPr id="15" name="TextBox 14"/>
          <p:cNvSpPr txBox="1"/>
          <p:nvPr/>
        </p:nvSpPr>
        <p:spPr>
          <a:xfrm>
            <a:off x="7235647" y="6035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B6BDCC"/>
                </a:solidFill>
                <a:latin typeface="Assistant Light"/>
                <a:cs typeface="Assistant Light"/>
              </a:rPr>
              <a:t>Frank Ruhl Libre + Assistant</a:t>
            </a:r>
            <a:endParaRPr lang="he-IL" sz="1000"/>
          </a:p>
        </p:txBody>
      </p:sp>
      <p:sp>
        <p:nvSpPr>
          <p:cNvPr id="16" name="TextBox 15"/>
          <p:cNvSpPr txBox="1"/>
          <p:nvPr/>
        </p:nvSpPr>
        <p:spPr>
          <a:xfrm>
            <a:off x="4977079" y="12344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DDB46A"/>
                </a:solidFill>
                <a:latin typeface="Assistant ExtraLight"/>
                <a:cs typeface="Assistant ExtraLight"/>
              </a:rPr>
              <a:t>3</a:t>
            </a:r>
            <a:endParaRPr lang="he-IL" sz="3000"/>
          </a:p>
        </p:txBody>
      </p:sp>
      <p:sp>
        <p:nvSpPr>
          <p:cNvPr id="17" name="TextBox 16"/>
          <p:cNvSpPr txBox="1"/>
          <p:nvPr/>
        </p:nvSpPr>
        <p:spPr>
          <a:xfrm>
            <a:off x="4977079" y="1783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500" b="0">
                <a:solidFill>
                  <a:srgbClr val="B6BDCC"/>
                </a:solidFill>
                <a:latin typeface="Assistant SemiBold"/>
                <a:cs typeface="Assistant SemiBold"/>
              </a:rPr>
              <a:t>אלגנטי</a:t>
            </a:r>
            <a:endParaRPr lang="he-IL" sz="1500"/>
          </a:p>
        </p:txBody>
      </p:sp>
      <p:sp>
        <p:nvSpPr>
          <p:cNvPr id="18" name="TextBox 17"/>
          <p:cNvSpPr txBox="1"/>
          <p:nvPr/>
        </p:nvSpPr>
        <p:spPr>
          <a:xfrm>
            <a:off x="4977079" y="224028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5400" b="0">
                <a:solidFill>
                  <a:srgbClr val="F4F0E8"/>
                </a:solidFill>
                <a:latin typeface="Bellefair"/>
                <a:cs typeface="Bellefair"/>
              </a:rPr>
              <a:t>סופרמן</a:t>
            </a:r>
            <a:endParaRPr lang="he-IL" sz="5400"/>
          </a:p>
        </p:txBody>
      </p:sp>
      <p:sp>
        <p:nvSpPr>
          <p:cNvPr id="19" name="TextBox 18"/>
          <p:cNvSpPr txBox="1"/>
          <p:nvPr/>
        </p:nvSpPr>
        <p:spPr>
          <a:xfrm>
            <a:off x="4977079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DDB46A"/>
                </a:solidFill>
                <a:latin typeface="Bellefair"/>
                <a:cs typeface="Bellefair"/>
              </a:rPr>
              <a:t>עידן עמדי</a:t>
            </a:r>
            <a:endParaRPr lang="he-IL" sz="2200"/>
          </a:p>
        </p:txBody>
      </p:sp>
      <p:sp>
        <p:nvSpPr>
          <p:cNvPr id="20" name="TextBox 19"/>
          <p:cNvSpPr txBox="1"/>
          <p:nvPr/>
        </p:nvSpPr>
        <p:spPr>
          <a:xfrm>
            <a:off x="4977079" y="3977639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שרק מי שצעד באפלה ובחושך</a:t>
            </a:r>
            <a:endParaRPr lang="he-IL" sz="1700"/>
          </a:p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יודע באמת מהו אור</a:t>
            </a:r>
            <a:endParaRPr lang="he-IL" sz="1700"/>
          </a:p>
        </p:txBody>
      </p:sp>
      <p:sp>
        <p:nvSpPr>
          <p:cNvPr id="21" name="TextBox 20"/>
          <p:cNvSpPr txBox="1"/>
          <p:nvPr/>
        </p:nvSpPr>
        <p:spPr>
          <a:xfrm>
            <a:off x="4977079" y="6035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B6BDCC"/>
                </a:solidFill>
                <a:latin typeface="Assistant Light"/>
                <a:cs typeface="Assistant Light"/>
              </a:rPr>
              <a:t>Bellefair + Assistant</a:t>
            </a:r>
            <a:endParaRPr lang="he-IL" sz="1000"/>
          </a:p>
        </p:txBody>
      </p:sp>
      <p:sp>
        <p:nvSpPr>
          <p:cNvPr id="22" name="TextBox 21"/>
          <p:cNvSpPr txBox="1"/>
          <p:nvPr/>
        </p:nvSpPr>
        <p:spPr>
          <a:xfrm>
            <a:off x="2718511" y="12344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DDB46A"/>
                </a:solidFill>
                <a:latin typeface="Assistant ExtraLight"/>
                <a:cs typeface="Assistant ExtraLight"/>
              </a:rPr>
              <a:t>4</a:t>
            </a:r>
            <a:endParaRPr lang="he-IL" sz="3000"/>
          </a:p>
        </p:txBody>
      </p:sp>
      <p:sp>
        <p:nvSpPr>
          <p:cNvPr id="23" name="TextBox 22"/>
          <p:cNvSpPr txBox="1"/>
          <p:nvPr/>
        </p:nvSpPr>
        <p:spPr>
          <a:xfrm>
            <a:off x="2718511" y="1783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500" b="0">
                <a:solidFill>
                  <a:srgbClr val="B6BDCC"/>
                </a:solidFill>
                <a:latin typeface="Assistant SemiBold"/>
                <a:cs typeface="Assistant SemiBold"/>
              </a:rPr>
              <a:t>רך ועגול</a:t>
            </a:r>
            <a:endParaRPr lang="he-IL" sz="1500"/>
          </a:p>
        </p:txBody>
      </p:sp>
      <p:sp>
        <p:nvSpPr>
          <p:cNvPr id="24" name="TextBox 23"/>
          <p:cNvSpPr txBox="1"/>
          <p:nvPr/>
        </p:nvSpPr>
        <p:spPr>
          <a:xfrm>
            <a:off x="2718511" y="224028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5400" b="0">
                <a:solidFill>
                  <a:srgbClr val="F4F0E8"/>
                </a:solidFill>
                <a:latin typeface="Rubik Light"/>
                <a:cs typeface="Rubik Light"/>
              </a:rPr>
              <a:t>סופרמן</a:t>
            </a:r>
            <a:endParaRPr lang="he-IL" sz="5400"/>
          </a:p>
        </p:txBody>
      </p:sp>
      <p:sp>
        <p:nvSpPr>
          <p:cNvPr id="25" name="TextBox 24"/>
          <p:cNvSpPr txBox="1"/>
          <p:nvPr/>
        </p:nvSpPr>
        <p:spPr>
          <a:xfrm>
            <a:off x="2718511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DDB46A"/>
                </a:solidFill>
                <a:latin typeface="Rubik Light"/>
                <a:cs typeface="Rubik Light"/>
              </a:rPr>
              <a:t>עידן עמדי</a:t>
            </a:r>
            <a:endParaRPr lang="he-IL" sz="2200"/>
          </a:p>
        </p:txBody>
      </p:sp>
      <p:sp>
        <p:nvSpPr>
          <p:cNvPr id="26" name="TextBox 25"/>
          <p:cNvSpPr txBox="1"/>
          <p:nvPr/>
        </p:nvSpPr>
        <p:spPr>
          <a:xfrm>
            <a:off x="2718511" y="3977639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Rubik Light"/>
                <a:cs typeface="Rubik Light"/>
              </a:rPr>
              <a:t>שרק מי שצעד באפלה ובחושך</a:t>
            </a:r>
            <a:endParaRPr lang="he-IL" sz="1700"/>
          </a:p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Rubik Light"/>
                <a:cs typeface="Rubik Light"/>
              </a:rPr>
              <a:t>יודע באמת מהו אור</a:t>
            </a:r>
            <a:endParaRPr lang="he-IL" sz="1700"/>
          </a:p>
        </p:txBody>
      </p:sp>
      <p:sp>
        <p:nvSpPr>
          <p:cNvPr id="27" name="TextBox 26"/>
          <p:cNvSpPr txBox="1"/>
          <p:nvPr/>
        </p:nvSpPr>
        <p:spPr>
          <a:xfrm>
            <a:off x="2718511" y="6035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B6BDCC"/>
                </a:solidFill>
                <a:latin typeface="Assistant Light"/>
                <a:cs typeface="Assistant Light"/>
              </a:rPr>
              <a:t>Rubik</a:t>
            </a:r>
            <a:endParaRPr lang="he-IL" sz="1000"/>
          </a:p>
        </p:txBody>
      </p:sp>
      <p:sp>
        <p:nvSpPr>
          <p:cNvPr id="28" name="TextBox 27"/>
          <p:cNvSpPr txBox="1"/>
          <p:nvPr/>
        </p:nvSpPr>
        <p:spPr>
          <a:xfrm>
            <a:off x="459943" y="123444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3000" b="0">
                <a:solidFill>
                  <a:srgbClr val="DDB46A"/>
                </a:solidFill>
                <a:latin typeface="Assistant ExtraLight"/>
                <a:cs typeface="Assistant ExtraLight"/>
              </a:rPr>
              <a:t>5</a:t>
            </a:r>
            <a:endParaRPr lang="he-IL" sz="3000"/>
          </a:p>
        </p:txBody>
      </p:sp>
      <p:sp>
        <p:nvSpPr>
          <p:cNvPr id="29" name="TextBox 28"/>
          <p:cNvSpPr txBox="1"/>
          <p:nvPr/>
        </p:nvSpPr>
        <p:spPr>
          <a:xfrm>
            <a:off x="459943" y="1783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500" b="0">
                <a:solidFill>
                  <a:srgbClr val="B6BDCC"/>
                </a:solidFill>
                <a:latin typeface="Assistant SemiBold"/>
                <a:cs typeface="Assistant SemiBold"/>
              </a:rPr>
              <a:t>כתב יד</a:t>
            </a:r>
            <a:endParaRPr lang="he-IL" sz="1500"/>
          </a:p>
        </p:txBody>
      </p:sp>
      <p:sp>
        <p:nvSpPr>
          <p:cNvPr id="30" name="TextBox 29"/>
          <p:cNvSpPr txBox="1"/>
          <p:nvPr/>
        </p:nvSpPr>
        <p:spPr>
          <a:xfrm>
            <a:off x="459943" y="2240280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 rtlCol="1" anchor="ctr">
            <a:spAutoFit/>
          </a:bodyPr>
          <a:lstStyle/>
          <a:p>
            <a:pPr algn="r" rtl="1">
              <a:lnSpc>
                <a:spcPct val="90000"/>
              </a:lnSpc>
              <a:buNone/>
            </a:pPr>
            <a:r>
              <a:rPr lang="he-IL" altLang="en-US" sz="5400" b="0">
                <a:solidFill>
                  <a:srgbClr val="F4F0E8"/>
                </a:solidFill>
                <a:latin typeface="Solitreo"/>
                <a:cs typeface="Solitreo"/>
              </a:rPr>
              <a:t>סופרמן</a:t>
            </a:r>
            <a:endParaRPr lang="he-IL" sz="5400"/>
          </a:p>
        </p:txBody>
      </p:sp>
      <p:sp>
        <p:nvSpPr>
          <p:cNvPr id="31" name="TextBox 30"/>
          <p:cNvSpPr txBox="1"/>
          <p:nvPr/>
        </p:nvSpPr>
        <p:spPr>
          <a:xfrm>
            <a:off x="459943" y="3246120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2200" b="0">
                <a:solidFill>
                  <a:srgbClr val="DDB46A"/>
                </a:solidFill>
                <a:latin typeface="Solitreo"/>
                <a:cs typeface="Solitreo"/>
              </a:rPr>
              <a:t>עידן עמדי</a:t>
            </a:r>
            <a:endParaRPr lang="he-IL" sz="2200"/>
          </a:p>
        </p:txBody>
      </p:sp>
      <p:sp>
        <p:nvSpPr>
          <p:cNvPr id="32" name="TextBox 31"/>
          <p:cNvSpPr txBox="1"/>
          <p:nvPr/>
        </p:nvSpPr>
        <p:spPr>
          <a:xfrm>
            <a:off x="459943" y="3977639"/>
            <a:ext cx="2057400" cy="146304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שרק מי שצעד באפלה ובחושך</a:t>
            </a:r>
            <a:endParaRPr lang="he-IL" sz="1700"/>
          </a:p>
          <a:p>
            <a:pPr algn="r" rtl="1">
              <a:lnSpc>
                <a:spcPct val="110000"/>
              </a:lnSpc>
              <a:buNone/>
            </a:pPr>
            <a:r>
              <a:rPr lang="he-IL" altLang="en-US" sz="1700" b="0">
                <a:solidFill>
                  <a:srgbClr val="F4F0E8"/>
                </a:solidFill>
                <a:latin typeface="Assistant Light"/>
                <a:cs typeface="Assistant Light"/>
              </a:rPr>
              <a:t>יודע באמת מהו אור</a:t>
            </a:r>
            <a:endParaRPr lang="he-IL" sz="1700"/>
          </a:p>
        </p:txBody>
      </p:sp>
      <p:sp>
        <p:nvSpPr>
          <p:cNvPr id="33" name="TextBox 32"/>
          <p:cNvSpPr txBox="1"/>
          <p:nvPr/>
        </p:nvSpPr>
        <p:spPr>
          <a:xfrm>
            <a:off x="459943" y="603504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rtlCol="1" anchor="t">
            <a:spAutoFit/>
          </a:bodyPr>
          <a:lstStyle/>
          <a:p>
            <a:pPr algn="r" rtl="1">
              <a:buNone/>
            </a:pPr>
            <a:r>
              <a:rPr lang="he-IL" altLang="en-US" sz="1000" b="0">
                <a:solidFill>
                  <a:srgbClr val="B6BDCC"/>
                </a:solidFill>
                <a:latin typeface="Assistant Light"/>
                <a:cs typeface="Assistant Light"/>
              </a:rPr>
              <a:t>Solitreo + Assistant</a:t>
            </a:r>
            <a:endParaRPr lang="he-IL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